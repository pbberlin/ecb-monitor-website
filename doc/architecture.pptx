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57D_D2233FF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406" r:id="rId2"/>
    <p:sldId id="1404" r:id="rId3"/>
    <p:sldId id="1405" r:id="rId4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9D656-8E02-B9F1-10F5-52BD840A97A1}" name="Buchmann, Peter" initials="PB" userId="S::Peter.Buchmann@zew.de::70843252-1989-4c43-9d59-ecbae435e4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 varScale="1">
        <p:scale>
          <a:sx n="74" d="100"/>
          <a:sy n="74" d="100"/>
        </p:scale>
        <p:origin x="82" y="250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57D_D2233FF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59F071B-7079-40FD-ACA5-17DC33330683}" authorId="{D189D656-8E02-B9F1-10F5-52BD840A97A1}" created="2026-02-11T09:09:52.11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25525490" sldId="1405"/>
      <ac:cxnSpMk id="17" creationId="{C8733E90-2C5F-6ED5-86DF-89D3B6C28EF0}"/>
    </ac:deMkLst>
    <p188:txBody>
      <a:bodyPr/>
      <a:lstStyle/>
      <a:p>
        <a:r>
          <a:rPr lang="de-DE"/>
          <a:t>Student assistants updates Excel file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6A2E-C513-859D-A92D-E4627EE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4C4F9BC-157A-EA0B-5E07-0C72A32ED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F5E9CD2-7A3E-C459-2671-8DCA9A7EF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1E31A4-1998-5A69-A69D-EDDA867B66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56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D_D2233FF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it.zew.de/ub-public-finance/ecb-monitor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2017B-B994-87B0-A158-FF6CDF0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6D21A-65E2-4A69-26EC-8B97B63EB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2FA3328-5D62-192C-E188-370B805E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“hub”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887DFE-30E9-02CD-95AF-5709D5E14DE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Website combines </a:t>
            </a:r>
            <a:r>
              <a:rPr lang="en-GB" sz="2400" dirty="0" err="1"/>
              <a:t>disparat</a:t>
            </a:r>
            <a:r>
              <a:rPr lang="en-GB" sz="2400" dirty="0"/>
              <a:t> information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Daily </a:t>
            </a:r>
            <a:r>
              <a:rPr lang="en-GB" sz="2400" dirty="0"/>
              <a:t>digest of selected country stats </a:t>
            </a:r>
            <a:br>
              <a:rPr lang="en-GB" sz="2400" dirty="0"/>
            </a:br>
            <a:r>
              <a:rPr lang="en-GB" sz="2400" dirty="0"/>
              <a:t>from </a:t>
            </a:r>
            <a:r>
              <a:rPr lang="en-GB" sz="2400" dirty="0" err="1"/>
              <a:t>Ameco</a:t>
            </a:r>
            <a:r>
              <a:rPr lang="en-GB" sz="2400" dirty="0"/>
              <a:t> and Eurostat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~Weekly </a:t>
            </a:r>
            <a:r>
              <a:rPr lang="en-GB" sz="2400" dirty="0"/>
              <a:t>digest of ECB  communications and speeches</a:t>
            </a:r>
          </a:p>
          <a:p>
            <a:pPr marL="10572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=&gt; LLM computed “scores” on ECB members and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towards board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around academic research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4454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noProof="0" dirty="0"/>
              <a:t>Website/Portal to communicate research</a:t>
            </a:r>
            <a:br>
              <a:rPr lang="en-GB" sz="2400" noProof="0" dirty="0"/>
            </a:br>
            <a:r>
              <a:rPr lang="en-GB" sz="2400" noProof="0" dirty="0">
                <a:hlinkClick r:id="rId3"/>
              </a:rPr>
              <a:t>https://ecb-monitor.zew.de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</a:t>
            </a:r>
            <a:r>
              <a:rPr lang="en-GB" sz="2400" noProof="0" dirty="0" err="1"/>
              <a:t>ubdomain</a:t>
            </a:r>
            <a:r>
              <a:rPr lang="en-GB" sz="2400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webserver, hosted at ZEW institute, at “DMZ”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Based on open 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Debian, Apache, Python, Flask, </a:t>
            </a:r>
            <a:r>
              <a:rPr lang="en-GB" dirty="0" err="1"/>
              <a:t>Echarts</a:t>
            </a:r>
            <a:endParaRPr lang="en-GB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coding, data and content as git 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3097399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228406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2" y="1988840"/>
            <a:ext cx="2855617" cy="250517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000107" cy="981794"/>
          </a:xfrm>
        </p:spPr>
        <p:txBody>
          <a:bodyPr/>
          <a:lstStyle/>
          <a:p>
            <a:r>
              <a:rPr lang="en-GB" noProof="0" dirty="0"/>
              <a:t>EZB Monitor – Data Flow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84784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6"/>
              </a:rPr>
              <a:t>https://git.zew.de/ub-public-finance/ecb-monitor</a:t>
            </a:r>
            <a:endParaRPr lang="en-GB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636912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780928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72514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Editorials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73325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6237312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phased</a:t>
            </a:r>
            <a:r>
              <a:rPr lang="de-D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out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3104964"/>
            <a:ext cx="792088" cy="180020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3104964"/>
            <a:ext cx="792088" cy="280831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3104964"/>
            <a:ext cx="792088" cy="3312368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3104964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599819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609329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732707"/>
            <a:ext cx="2016224" cy="687091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645024"/>
            <a:ext cx="385250" cy="1431229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645024"/>
            <a:ext cx="404722" cy="2134815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645024"/>
            <a:ext cx="404722" cy="262829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365104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64348" y="2494057"/>
            <a:ext cx="40716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953713" y="3707740"/>
            <a:ext cx="50334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512840" y="3573016"/>
            <a:ext cx="144016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Auto deploy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Vulnerability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scan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lussdiagramm: Anzeige 2">
            <a:extLst>
              <a:ext uri="{FF2B5EF4-FFF2-40B4-BE49-F238E27FC236}">
                <a16:creationId xmlns:a16="http://schemas.microsoft.com/office/drawing/2014/main" id="{40211A0D-9DCE-18CE-89BA-EBE688513A02}"/>
              </a:ext>
            </a:extLst>
          </p:cNvPr>
          <p:cNvSpPr/>
          <p:nvPr/>
        </p:nvSpPr>
        <p:spPr>
          <a:xfrm>
            <a:off x="6969224" y="1268070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ssdiagramm: Anzeige 9">
            <a:extLst>
              <a:ext uri="{FF2B5EF4-FFF2-40B4-BE49-F238E27FC236}">
                <a16:creationId xmlns:a16="http://schemas.microsoft.com/office/drawing/2014/main" id="{B5231C3A-9128-BD35-670D-DAB96A5AF82C}"/>
              </a:ext>
            </a:extLst>
          </p:cNvPr>
          <p:cNvSpPr/>
          <p:nvPr/>
        </p:nvSpPr>
        <p:spPr>
          <a:xfrm>
            <a:off x="8013005" y="1772816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</a:t>
            </a:r>
            <a:b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Alarm</a:t>
            </a: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47B39FB2-72D4-932A-8352-B11B2B70FB65}"/>
              </a:ext>
            </a:extLst>
          </p:cNvPr>
          <p:cNvCxnSpPr>
            <a:cxnSpLocks/>
            <a:stCxn id="3" idx="1"/>
            <a:endCxn id="6" idx="0"/>
          </p:cNvCxnSpPr>
          <p:nvPr/>
        </p:nvCxnSpPr>
        <p:spPr>
          <a:xfrm rot="10800000" flipV="1">
            <a:off x="6285148" y="1610108"/>
            <a:ext cx="684076" cy="1170820"/>
          </a:xfrm>
          <a:prstGeom prst="bent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E92989F5-5050-EF6E-116C-0919382CB3AB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6285149" y="2114854"/>
            <a:ext cx="1727857" cy="666074"/>
          </a:xfrm>
          <a:prstGeom prst="curved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10E95C9-2373-D0A0-7686-A737FBED9387}"/>
              </a:ext>
            </a:extLst>
          </p:cNvPr>
          <p:cNvSpPr/>
          <p:nvPr/>
        </p:nvSpPr>
        <p:spPr>
          <a:xfrm>
            <a:off x="704528" y="5157192"/>
            <a:ext cx="2016224" cy="21602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panel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Verbinder: gewinkelt 16" descr="Student assistant updates Excel file">
            <a:extLst>
              <a:ext uri="{FF2B5EF4-FFF2-40B4-BE49-F238E27FC236}">
                <a16:creationId xmlns:a16="http://schemas.microsoft.com/office/drawing/2014/main" id="{C8733E90-2C5F-6ED5-86DF-89D3B6C28EF0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 flipV="1">
            <a:off x="2720752" y="3104964"/>
            <a:ext cx="792088" cy="216024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199</Words>
  <Application>Microsoft Office PowerPoint</Application>
  <PresentationFormat>A4-Papier (210 x 297 mm)</PresentationFormat>
  <Paragraphs>46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Arial</vt:lpstr>
      <vt:lpstr>Calibri</vt:lpstr>
      <vt:lpstr>Symbol</vt:lpstr>
      <vt:lpstr>Wingdings</vt:lpstr>
      <vt:lpstr>ZEW Master</vt:lpstr>
      <vt:lpstr>EZB Monitor – “hub”</vt:lpstr>
      <vt:lpstr>EZB Monitor – IT System</vt:lpstr>
      <vt:lpstr>EZB Monitor – Data Flow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951</cp:revision>
  <cp:lastPrinted>2025-03-31T15:35:15Z</cp:lastPrinted>
  <dcterms:created xsi:type="dcterms:W3CDTF">2014-05-15T09:20:27Z</dcterms:created>
  <dcterms:modified xsi:type="dcterms:W3CDTF">2026-02-11T09:10:26Z</dcterms:modified>
</cp:coreProperties>
</file>